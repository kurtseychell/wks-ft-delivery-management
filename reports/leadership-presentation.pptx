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Sportsbook Programme</a:t>
            </a:r>
          </a:p>
          <a:p>
            <a:pPr algn="ctr">
              <a:defRPr sz="2000">
                <a:solidFill>
                  <a:srgbClr val="94A3B8"/>
                </a:solidFill>
              </a:defRPr>
            </a:pPr>
            <a:r>
              <a:t>World Cup MVP Delivery Plan | 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F8CFF"/>
                </a:solidFill>
              </a:defRPr>
            </a:pPr>
            <a:r>
              <a:t>16 Work Packages  |  4 Deliverables  |  8 Domain Teams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Soft Launch: Apr 1  |  Go-Live: May 1  |  World Cup: Mid-June 2026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Scope: Soccer only | Pre-match | USD | en-US | Web (desktop + mobile) | 4 brands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4 Deliverables — Each a Demoable Increment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1. Central Offering Foundation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Punter opens the sportsbook and browses World Cup fixtures with live odds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6 WPs: FEEDS, OFFER, FRONTEND, BETTING, DATA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2. Betslip Core &amp; Placement Flow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Punter builds a bet, places it, gets validated. Operator controls limits and kill switch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11 WPs: FRONTEND, BETTING, OFFER, DATA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3. My Bets &amp; Real Data Connection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Bets settle from real results. Real money moves. Punter sees bet history live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10 WPs: BETTING, DATA, FRONTEND, FEEDS, OFFER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4. Operation Control &amp; Visibility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Traders manage the book via Kraken. Splunk dashboards show full operational picture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14 WPs: BACKOFFICE, BETTING, DATA, SPLUNK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16 Work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  Simple Parlay — Combine bets from different matches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2  Soccer WC Hub — World Cup landing page with fixtures &amp; markets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3  Settlement — Auto-grade and settle bets from real results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4  Book On/Off Switch — Emergency kill switch + punter blocking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5  Bet Placement Controls — Stake limits, payout caps, odds validation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6  Central Offer Foundation — Own our offer data, not the feed provider's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7  Bet Ticker — Live bet feed for traders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8  RT Liability — Real-time book exposure by market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9  Manual Resettlement — Traders correct grading errors and void bets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10 Audit Trail — Who changed what, when, why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11 RT Odds Display — Live odds updates + suspended market indicators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12 My Bets — Punter checks active and settled bets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13 Bet History — Traders investigate punter betting activity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14 SGP — Same-game parlay with correlated pricing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15 Mega Parlay — SGPs + straights across matches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16 Feed Health — Detect unhealthy feeds, protect from stale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Work Package Status — Live from Jira (25 Mar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 COMPLETED: Straight Bet (SA-15) — Post-Delivery Assessment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11 IN DELIVERY: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SA-66 Central Offer | SA-14 WC Hub | SA-17 Simple Parlay | SA-22 Settlement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SA-20 Bet Controls | SA-25 Bet Ticker | SA-24 RT Liability | SA-26 Bet History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SA-27 My Bets | SA-71 Feed Health | SA-28 Audit Trail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4 READY FOR HANDOVER: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SA-19 RT Odds Display | SA-21 Book On/Off | SA-23 Manual Resettlement | SA-28 Audit Trail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2 SCOPE VALIDATION (blocked):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SA-16 SGP | SA-18 Mega Parlay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Deliverable 1: Central Offering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FEEDS — WP 2,6,11,16 — WC data flows from OpticOdds. No feed = no sportsbook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OFFER — WP 2,6,11,16 — We own our offer, not a pass-through of OpticOdds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FRONTEND — WP 2,6,11,16 — WC Hub page, navigation, real-time odds, suspended markets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BETTING — WP 11,16 — SGP prices refresh on odds change. Stop bets when feed is down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DATA — WP 2,6,11,16 — Odds history in Splunk. Diffusion for real-time frontend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SPLUNK RAW — WP 2,6,16 — Offer events, odds history, feed health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Deliverable 2: Betslip Core &amp; Placement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FRONTEND — WP 1,4,5,14,15 — Combined odds, winnings, errors. Kill switch darkens site. SGP feedback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BETTING — WP 1,4,5,7,8,13,14,15,16 — Core upgrade: parlay+SGP+Mega. Limits. Kill switch. Real wallet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OFFER — WP 4,5,14,15 — Business defines rules: limits, bet types, SGP/Mega config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DATA — WP 1,4,5,7,8,13,14,15,16 — Every bet in reports. Ticker+Liability start. Rejected bets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SPLUNK RAW — WP 1,16 — First multi-leg bet events. Feed health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78BFA"/>
                </a:solidFill>
              </a:defRPr>
            </a:pPr>
            <a:r>
              <a:t>Deliverable 3: My Bets &amp; Real Data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FRONTEND — WP 3,12 — Punter sees Pending&gt;Won/Lost. My Bets = core punter experience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BETTING — WP 3,7,8,9,12,13,14,15 — Where the business makes/loses money. Real grading+wallet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FEEDS — WP 3 — Match results from OpticOdds. Without results, no bets settle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OFFER — WP 3 — Results through our offer resolution. We own the grading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DATA — WP 3,7,8,9,12,13 — Settlement feeds P&amp;L. Liability updates. Manual audit. My Bets push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SPLUNK RAW — WP 3,12 — Every grading decision, wallet transaction, resettlement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BBF24"/>
                </a:solidFill>
              </a:defRPr>
            </a:pPr>
            <a:r>
              <a:t>Deliverable 4: Operation Control &amp;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BACKOFFICE — WP 4,5,9,10 — Kraken: kill switch, limits, manual settle, audit trail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BETTING — WP 4,5,7,9,10,13 — Kill switch blocks API. Limits enforced. Manual settle engine. Audit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OFFER — WP 4,5 — Operator Management: master switch and limit config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DATA — WP 4,5,7,8,9,10,11,13,16 — All dashboards: Ticker, Liability, Audit, Odds, Feed Health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SPLUNK BUSINESS — WP 4-11,13-16 — Trader's operational cockpit for game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Domain Team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WP assignments per team across all 4 deliverables: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Feeds:       D1=4  D2=1  D3=1  D4=1  Total=7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Offer:       D1=4  D2=4  D3=1  D4=2  Total=11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Frontend:    D1=4  D2=5  D3=2  D4=—  Total=11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Betting:     D1=2  D2=9  D3=8  D4=6  Total=25  *** HEAVIEST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Data:        D1=4  D2=9  D3=6  D4=9  Total=28  *** HEAVIEST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BackOffice:  D1=—  D2=—  D3=—  D4=4  Total=4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Splunk:      D1=3  D2=2  D3=2  D4=12 Total=19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Betting and Data carry the heaviest load across the programme.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7171"/>
                </a:solidFill>
              </a:defRPr>
            </a:pPr>
            <a:r>
              <a:t>Dependencies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CRITICAL PATH: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WP 6 Central Offer &gt; WP 2, 11, and all downstream (Foundation)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WES Wallet &gt; WP 1, 3, 5, 9 (Blocks 4 WPs — real money can't move)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PAM Auth &gt; WP 1, 5 (Blocks 2 WPs)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WP 1 Simple Parlay &gt; WP 14 SGP &gt; WP 15 Mega Parlay (Sequential)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TOP RISKS: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[HIGH] Mega Parlay &amp; SGP still in Scope Validation — cannot estimate or plan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[HIGH] Shared DB schema refactor (SBK-2008) — blocks Simple Parlay + Settlement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[HIGH] WES Wallet integration timeline — cascades across 4 WPs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[MED]  Splunk vs New Relic strategy undefined — affects all reporting WPs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[MED]  Feed Health &gt; Betting suspension unscoped — no WP owns this end-to-end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Scope: In vs Out (v1.55)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IN SCOPE (MUST HAVE):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Pre-match betting on World Cup fixtures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Straight, Simple Parlay, SGP, Mega Parlay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Real settlement from OpticOdds results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Operator controls (kill switch, limits, manual settle)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Bet Ticker, Liability, Audit Trail in Splunk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Web desktop + mobile responsive | 4 brands | USD | en-US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5,000 bets/min | 500ms odds latency | 99.9% uptime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SHOULD HAVE: In-Play betting | Futures (straights only) | Fractional odds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OUT OF SCOPE (v1.7+): Multi-currency | Multi-language | Cash Out | Native apps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Custom markets | Dynamic margins | Per-punter value factors | Other sports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REDUCED FOR v1.55: Traders Hub UI = API only | BackOffice limits absorbed into Betting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Planning Framework — 4 Zoom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ZOOM 01 — Business Value Mapping [DONE]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Gate: Product + WPs defined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What to demo, what work per domain. Output: 4 Deliverables, 16 WPs, business WHY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ZOOM 02 — Order &amp; Estimates [NEXT]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Gate: After Architecture Handover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Sequence per domain, T-shirt estimates (weeks), cross-domain dependencies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ZOOM 03 — Milestones &amp; Demo Dates [PENDING]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Gate: After Software Design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Concrete dates per deliverable demo, man-day estimates per feature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ZOOM 04 — Sprint-Level JIRA Plan [PENDING]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Gate: After Team Refinement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Story points per sprint, detailed assignments, velocity-based forecasting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BBF24"/>
                </a:solidFill>
              </a:defRPr>
            </a:pPr>
            <a:r>
              <a:t>SDLC Funnel — How Work Packages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Product &gt; Architecture &gt; SOFTWARE DESIGN (UNLOCK) &gt; Team Refine &gt; Execution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Owners per stage: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Product: Kurt / Stakeholders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Architecture: Matus / Solutions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Software Design: Team Principal  &lt;&lt;&lt;&lt; UNLOCK POINT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Team Refine: Team Refine (estimates)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Execution: AWS Stage &gt; PPD &gt; Production (full delivery pipeline)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After Software Design, work fans out into parallel streams: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Dev Estimates &gt; Sprint &gt; Demo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QA Estimates &gt; Sprint &gt; Demo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DevOps Plan &gt; Sprint &gt; Demo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Data Plan &gt; Sprint &gt; Demo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FE Plan (can start before SD with mocks)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Sprint Review 1 &gt; Sprint Review 2 &gt; Deliverable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WP Progress Through the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Product+Arch done, now in Software Design: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SA-66 Central Offer | SA-14 WC Hub | SA-17 Simple Parlay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SA-22 Settlement | SA-20 Bet Controls | SA-25 Bet Ticker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SA-24 RT Liability | SA-27 My Bets | SA-71 Feed Health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Architecture complete, waiting for delivery pickup: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SA-19 RT Odds Display | SA-21 Book On/Off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SA-23 Manual Resettlement | SA-28 Audit Trail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Still in Scope Validation (BLOCKED):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SA-16 SGP | SA-18 Mega Parlay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Execution = AWS Stage &gt; PPD Done &gt; Production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Full delivery tracked across 3 environments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Key: 9 WPs in Software Design. SD completion unlocks parallel estimation.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The SD column is the bottleneck we track weekly.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Epic Progress — Child Tickets (SBK-669)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Epic                              Team            Tickets  Done%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[FE] Straight Bet (SBK-1951)      Frontend          39     33%  (13 done / 13 prog / 13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[BE] Simple Parlay (SBK-2199)     Betting Engine     34     32%  (11 done / 15 prog / 8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[BE] Central Offer (SBK-3006)     Offer Mgmt         17      6%  (1 done / 8 prog / 8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[WC] Market Parser (SBK-1897)     Feeds Mgmt         11     45%  (5 done / 1 prog / 5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[BE] Feed Health (SBK-3094)       Feeds Integ        10      0%  (0 done / 4 prog / 6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[BE] Settlement (SBK-2200)        Delivery            9      0%  (0 done / 3 prog / 6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Soccer WC Hub (SBK-2189)          Delivery            9      0%  (0 done / 0 prog / 9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Bet Ticker/History (DATA-22)      Data                1      0%  (0 done / 1 prog / 0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Resulting PreGame (SBK-3516)      Feeds Mgmt          1      0%  (0 done / 0 prog / 1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[QA] Straight Bet (SBK-3790)      BE QAs              1      0%  (0 done / 1 prog / 0 todo)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TOTALS: 132 tickets | 30 Done (23%) | 48 In Progress | 54 To 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8CFF"/>
                </a:solidFill>
              </a:defRPr>
            </a:pPr>
            <a:r>
              <a:t>Where We Are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CURRENT POSITION: Zoom Level 01 DONE | Zoom Level 02 STARTING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WP PIPELINE: 1 Done | 11 In Delivery | 4 Ready for Handover | 2 Scope Validation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  <a:r>
              <a:t>IMMEDIATE ACTIONS: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1. Unblock SGP &amp; Mega Parlay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   Architecture to complete scope validation for SA-16 and SA-18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2. Start Zoom Level 02 for 15 WPs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   DMs fill in delivery order, T-shirt estimates, dependencies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3. Platform Decision: Splunk vs New Relic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   Affects 8+ reporting/audit WPs. Decision needed before Z02 estimates for Data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4. Confirm External Timelines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   WES Wallet (blocks 4 WPs) and PAM Auth (blocks 2 WPs)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5. Pick Up 4 Handover WPs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     RT Odds, Book On/Off, Manual Resettlement, Audit Trail — waiting for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